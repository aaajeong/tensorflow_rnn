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966"/>
    <p:restoredTop sz="71605"/>
  </p:normalViewPr>
  <p:slideViewPr>
    <p:cSldViewPr snapToGrid="0" snapToObjects="1">
      <p:cViewPr>
        <p:scale>
          <a:sx n="67" d="100"/>
          <a:sy n="67" d="100"/>
        </p:scale>
        <p:origin x="464" y="648"/>
      </p:cViewPr>
      <p:guideLst/>
    </p:cSldViewPr>
  </p:slideViewPr>
  <p:notesTextViewPr>
    <p:cViewPr>
      <p:scale>
        <a:sx n="1" d="1"/>
        <a:sy n="1" d="1"/>
      </p:scale>
      <p:origin x="0" y="-13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005FA-7DD7-0C49-B83F-C16E7EEDE8E0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D4540-7C02-CF47-99E6-51E789D245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454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영단어 번역하는 </a:t>
            </a:r>
            <a:r>
              <a:rPr kumimoji="1" lang="en-US" altLang="ko-Kore-KR" dirty="0"/>
              <a:t>RNN </a:t>
            </a:r>
            <a:r>
              <a:rPr kumimoji="1" lang="ko-Kore-KR" altLang="en-US" dirty="0"/>
              <a:t>모델 예제를 돌렸습니다</a:t>
            </a:r>
            <a:r>
              <a:rPr kumimoji="1" lang="en-US" altLang="ko-Kore-KR" dirty="0"/>
              <a:t>.</a:t>
            </a:r>
          </a:p>
          <a:p>
            <a:r>
              <a:rPr kumimoji="1" lang="ko-Kore-KR" altLang="en-US" dirty="0"/>
              <a:t>각 문자를 문자와 인덱스 번호로 딕셔녀리 형태를 만든다음에</a:t>
            </a:r>
            <a:endParaRPr kumimoji="1" lang="en-US" altLang="ko-Kore-KR" dirty="0"/>
          </a:p>
          <a:p>
            <a:r>
              <a:rPr kumimoji="1" lang="ko-Kore-KR" altLang="en-US" dirty="0"/>
              <a:t>예측 단계에서는</a:t>
            </a:r>
            <a:endParaRPr kumimoji="1" lang="en-US" altLang="ko-Kore-KR" dirty="0"/>
          </a:p>
          <a:p>
            <a:r>
              <a:rPr kumimoji="1" lang="ko-Kore-KR" altLang="en-US" dirty="0"/>
              <a:t>각 문자 별 확률 값에 따라 가장 큰 값을 가지는 문자를 출력해 </a:t>
            </a:r>
            <a:endParaRPr kumimoji="1" lang="en-US" altLang="ko-Kore-KR" dirty="0"/>
          </a:p>
          <a:p>
            <a:r>
              <a:rPr kumimoji="1" lang="ko-Kore-KR" altLang="en-US" dirty="0"/>
              <a:t>최종 결과를 내고 있었습니다</a:t>
            </a:r>
            <a:r>
              <a:rPr kumimoji="1" lang="en-US" altLang="ko-Kore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이 예에서는 </a:t>
            </a:r>
            <a:r>
              <a:rPr kumimoji="1" lang="en-US" altLang="ko-Kore-KR" dirty="0"/>
              <a:t>word </a:t>
            </a:r>
            <a:r>
              <a:rPr kumimoji="1" lang="ko-Kore-KR" altLang="en-US" dirty="0"/>
              <a:t>라는 단어가 들어오면</a:t>
            </a:r>
            <a:r>
              <a:rPr kumimoji="1" lang="en-US" altLang="ko-Kore-KR" dirty="0"/>
              <a:t>,</a:t>
            </a:r>
          </a:p>
          <a:p>
            <a:r>
              <a:rPr kumimoji="1" lang="ko-Kore-KR" altLang="en-US" dirty="0"/>
              <a:t>총 </a:t>
            </a:r>
            <a:r>
              <a:rPr kumimoji="1" lang="en-US" altLang="ko-Kore-KR" dirty="0"/>
              <a:t>4</a:t>
            </a:r>
            <a:r>
              <a:rPr kumimoji="1" lang="en-US" altLang="ko-KR" dirty="0"/>
              <a:t>5</a:t>
            </a:r>
            <a:r>
              <a:rPr kumimoji="1" lang="ko-KR" altLang="en-US" dirty="0"/>
              <a:t>개의 문자 중 가장 큰 값을 가진 인덱스에 해당하는 문자를 출력해주고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D4540-7C02-CF47-99E6-51E789D24570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182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그런데 이 예제를 </a:t>
            </a:r>
            <a:r>
              <a:rPr kumimoji="1" lang="en-US" altLang="ko-Kore-KR" dirty="0"/>
              <a:t>word </a:t>
            </a:r>
            <a:r>
              <a:rPr kumimoji="1" lang="ko-Kore-KR" altLang="en-US" dirty="0"/>
              <a:t>와 비슷하게 </a:t>
            </a:r>
            <a:r>
              <a:rPr kumimoji="1" lang="en-US" altLang="ko-Kore-KR" dirty="0" err="1"/>
              <a:t>wodr</a:t>
            </a:r>
            <a:r>
              <a:rPr kumimoji="1" lang="en-US" altLang="ko-Kore-KR" dirty="0"/>
              <a:t> </a:t>
            </a:r>
            <a:r>
              <a:rPr kumimoji="1" lang="ko-Kore-KR" altLang="en-US" dirty="0"/>
              <a:t>을 번역하라고 주었을땐</a:t>
            </a:r>
            <a:r>
              <a:rPr kumimoji="1" lang="en-US" altLang="ko-Kore-KR" dirty="0"/>
              <a:t>,</a:t>
            </a:r>
          </a:p>
          <a:p>
            <a:r>
              <a:rPr kumimoji="1" lang="ko-Kore-KR" altLang="en-US" dirty="0"/>
              <a:t>나무 라고 </a:t>
            </a:r>
            <a:r>
              <a:rPr kumimoji="1" lang="en-US" altLang="ko-Kore-KR" dirty="0"/>
              <a:t>o</a:t>
            </a:r>
            <a:r>
              <a:rPr kumimoji="1" lang="en-US" altLang="ko-KR" dirty="0"/>
              <a:t>utput </a:t>
            </a:r>
            <a:r>
              <a:rPr kumimoji="1" lang="ko-KR" altLang="en-US" dirty="0"/>
              <a:t>을 주었습니다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ore-KR" dirty="0" err="1"/>
              <a:t>Wodr</a:t>
            </a:r>
            <a:r>
              <a:rPr kumimoji="1" lang="en-US" altLang="ko-Kore-KR" dirty="0"/>
              <a:t> </a:t>
            </a:r>
            <a:r>
              <a:rPr kumimoji="1" lang="ko-Kore-KR" altLang="en-US" dirty="0"/>
              <a:t>이 단어를 뜻하는 </a:t>
            </a:r>
            <a:r>
              <a:rPr kumimoji="1" lang="en-US" altLang="ko-Kore-KR" dirty="0"/>
              <a:t>word </a:t>
            </a:r>
            <a:r>
              <a:rPr kumimoji="1" lang="ko-Kore-KR" altLang="en-US" dirty="0"/>
              <a:t>와 나무를 뜻하는  </a:t>
            </a:r>
            <a:r>
              <a:rPr kumimoji="1" lang="en-US" altLang="ko-Kore-KR" dirty="0"/>
              <a:t>wood </a:t>
            </a:r>
            <a:r>
              <a:rPr kumimoji="1" lang="ko-Kore-KR" altLang="en-US" dirty="0"/>
              <a:t>와 비슷해서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단어</a:t>
            </a:r>
            <a:r>
              <a:rPr kumimoji="1" lang="en-US" altLang="ko-Kore-KR" dirty="0"/>
              <a:t> </a:t>
            </a:r>
            <a:r>
              <a:rPr kumimoji="1" lang="ko-Kore-KR" altLang="en-US" dirty="0"/>
              <a:t>아니면 나무 라고 나올거라고 예측했는데</a:t>
            </a:r>
            <a:r>
              <a:rPr kumimoji="1" lang="en-US" altLang="ko-Kore-KR" dirty="0"/>
              <a:t>, </a:t>
            </a:r>
          </a:p>
          <a:p>
            <a:r>
              <a:rPr kumimoji="1" lang="ko-Kore-KR" altLang="en-US" dirty="0"/>
              <a:t>실제로 </a:t>
            </a:r>
            <a:r>
              <a:rPr kumimoji="1" lang="en-US" altLang="ko-Kore-KR" dirty="0"/>
              <a:t>argmax </a:t>
            </a:r>
            <a:r>
              <a:rPr kumimoji="1" lang="ko-Kore-KR" altLang="en-US" dirty="0"/>
              <a:t>하기 전에 값을 출력해보니</a:t>
            </a:r>
            <a:r>
              <a:rPr kumimoji="1" lang="en-US" altLang="ko-Kore-KR" dirty="0"/>
              <a:t>,</a:t>
            </a:r>
          </a:p>
          <a:p>
            <a:r>
              <a:rPr kumimoji="1" lang="en-US" altLang="ko-Kore-KR" dirty="0"/>
              <a:t>＇</a:t>
            </a:r>
            <a:r>
              <a:rPr kumimoji="1" lang="ko-Kore-KR" altLang="en-US" dirty="0"/>
              <a:t>나무</a:t>
            </a:r>
            <a:r>
              <a:rPr kumimoji="1" lang="en-US" altLang="ko-Kore-KR" dirty="0"/>
              <a:t>’ </a:t>
            </a:r>
            <a:r>
              <a:rPr kumimoji="1" lang="ko-Kore-KR" altLang="en-US" dirty="0"/>
              <a:t>에 해당하는 인덱스들과 </a:t>
            </a:r>
            <a:r>
              <a:rPr kumimoji="1" lang="en-US" altLang="ko-Kore-KR" dirty="0"/>
              <a:t>‘</a:t>
            </a:r>
            <a:r>
              <a:rPr kumimoji="1" lang="ko-Kore-KR" altLang="en-US" dirty="0"/>
              <a:t>단어</a:t>
            </a:r>
            <a:r>
              <a:rPr kumimoji="1" lang="en-US" altLang="ko-Kore-KR" dirty="0"/>
              <a:t>’ </a:t>
            </a:r>
            <a:r>
              <a:rPr kumimoji="1" lang="ko-Kore-KR" altLang="en-US" dirty="0"/>
              <a:t>에 해당하는 인덱스에 해당하는 값들에 차이가 별로 나지 않는다는 것을 볼 수 있었습니다</a:t>
            </a:r>
            <a:r>
              <a:rPr kumimoji="1" lang="en-US" altLang="ko-Kore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그래서 제가 생각하기로는</a:t>
            </a:r>
            <a:endParaRPr kumimoji="1" lang="en-US" altLang="ko-Kore-KR" dirty="0"/>
          </a:p>
          <a:p>
            <a:r>
              <a:rPr kumimoji="1" lang="ko-Kore-KR" altLang="en-US" dirty="0"/>
              <a:t>여기서는</a:t>
            </a:r>
            <a:r>
              <a:rPr kumimoji="1" lang="en-US" altLang="ko-Kore-KR" dirty="0"/>
              <a:t> </a:t>
            </a:r>
            <a:r>
              <a:rPr kumimoji="1" lang="ko-Kore-KR" altLang="en-US" dirty="0"/>
              <a:t>다른 인덱스들 보다 상대적으로 높은 점수를 가지고 있는</a:t>
            </a:r>
            <a:r>
              <a:rPr kumimoji="1" lang="en-US" altLang="ko-Kore-KR" dirty="0"/>
              <a:t>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나무</a:t>
            </a:r>
            <a:r>
              <a:rPr kumimoji="1" lang="en-US" altLang="ko-KR" dirty="0"/>
              <a:t>’ 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단어</a:t>
            </a:r>
            <a:r>
              <a:rPr kumimoji="1" lang="en-US" altLang="ko-KR" dirty="0"/>
              <a:t>’ 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candidate </a:t>
            </a:r>
            <a:r>
              <a:rPr kumimoji="1" lang="ko-KR" altLang="en-US" dirty="0"/>
              <a:t>가 되는 것 같습니다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그런데 이게 </a:t>
            </a:r>
            <a:r>
              <a:rPr kumimoji="1" lang="en-US" altLang="ko-KR" dirty="0" err="1"/>
              <a:t>wodr</a:t>
            </a:r>
            <a:r>
              <a:rPr kumimoji="1" lang="en-US" altLang="ko-KR" dirty="0"/>
              <a:t> </a:t>
            </a:r>
            <a:r>
              <a:rPr kumimoji="1" lang="ko-KR" altLang="en-US" dirty="0"/>
              <a:t>을 돌렸을 때 나무 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나올 때도 있고</a:t>
            </a:r>
            <a:r>
              <a:rPr kumimoji="1" lang="en-US" altLang="ko-KR" dirty="0"/>
              <a:t>, ‘</a:t>
            </a:r>
            <a:r>
              <a:rPr kumimoji="1" lang="ko-KR" altLang="en-US" dirty="0"/>
              <a:t>단어</a:t>
            </a:r>
            <a:r>
              <a:rPr kumimoji="1" lang="en-US" altLang="ko-KR" dirty="0"/>
              <a:t>’ 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나올 때도 있어서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나무</a:t>
            </a:r>
            <a:r>
              <a:rPr kumimoji="1" lang="en-US" altLang="ko-KR" dirty="0"/>
              <a:t>/</a:t>
            </a:r>
            <a:r>
              <a:rPr kumimoji="1" lang="ko-KR" altLang="en-US" dirty="0"/>
              <a:t>단어  둘 중에  </a:t>
            </a:r>
            <a:r>
              <a:rPr kumimoji="1" lang="en-US" altLang="ko-KR" dirty="0"/>
              <a:t>majority</a:t>
            </a:r>
            <a:r>
              <a:rPr kumimoji="1" lang="ko-KR" altLang="en-US" dirty="0"/>
              <a:t> 을 어떻게 선택하고 있는지는 좀 더 살펴봐야 할 거 같습니다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그리고 이 예제 말고 문장 번역하는 예제도 돌려보았는데요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그 예제는 </a:t>
            </a:r>
            <a:r>
              <a:rPr kumimoji="1" lang="en-US" altLang="ko-KR" dirty="0"/>
              <a:t>attention </a:t>
            </a:r>
            <a:r>
              <a:rPr kumimoji="1" lang="ko-KR" altLang="en-US" dirty="0"/>
              <a:t>을 활용한 번역 예제인데요</a:t>
            </a:r>
            <a:r>
              <a:rPr kumimoji="1" lang="en-US" altLang="ko-KR" dirty="0"/>
              <a:t>!</a:t>
            </a:r>
          </a:p>
          <a:p>
            <a:r>
              <a:rPr kumimoji="1" lang="ko-KR" altLang="en-US" dirty="0"/>
              <a:t>이 예제에 대한 </a:t>
            </a:r>
            <a:r>
              <a:rPr kumimoji="1" lang="en-US" altLang="ko-KR" dirty="0"/>
              <a:t>candidate </a:t>
            </a:r>
            <a:r>
              <a:rPr kumimoji="1" lang="ko-KR" altLang="en-US" dirty="0"/>
              <a:t>는 아직 확인 중이라서 다음 미팅 때 말씀드리도록 하겠습니다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그리고 저번 미팅 때</a:t>
            </a:r>
            <a:r>
              <a:rPr kumimoji="1" lang="en-US" altLang="ko-KR" dirty="0"/>
              <a:t>, uncertainty </a:t>
            </a:r>
            <a:r>
              <a:rPr kumimoji="1" lang="ko-KR" altLang="en-US" dirty="0"/>
              <a:t>측정이 학습에 궁극적으로 어떻게 쓰이는지가 의문이었는데</a:t>
            </a:r>
            <a:r>
              <a:rPr kumimoji="1" lang="en-US" altLang="ko-KR" dirty="0"/>
              <a:t>,’</a:t>
            </a:r>
          </a:p>
          <a:p>
            <a:r>
              <a:rPr kumimoji="1" lang="ko-KR" altLang="en-US" dirty="0"/>
              <a:t>지금 읽고 있는 논문에서 그와 관련된 내용이 있는 것 같습니다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간략하게 말씀드리면</a:t>
            </a:r>
            <a:r>
              <a:rPr kumimoji="1" lang="en-US" altLang="ko-KR" dirty="0"/>
              <a:t>, Uncertainty</a:t>
            </a:r>
            <a:r>
              <a:rPr kumimoji="1" lang="ko-KR" altLang="en-US" dirty="0"/>
              <a:t> 중에 데이터 </a:t>
            </a:r>
            <a:r>
              <a:rPr kumimoji="1" lang="en-US" altLang="ko-KR" dirty="0"/>
              <a:t>uncertainty </a:t>
            </a:r>
            <a:r>
              <a:rPr kumimoji="1" lang="ko-KR" altLang="en-US" dirty="0"/>
              <a:t>의 정보를 </a:t>
            </a:r>
            <a:r>
              <a:rPr kumimoji="1" lang="en-US" altLang="ko-KR" dirty="0"/>
              <a:t>loss function </a:t>
            </a:r>
            <a:r>
              <a:rPr kumimoji="1" lang="ko-KR" altLang="en-US" dirty="0"/>
              <a:t>에 활용해서 학습에 영향을 줄 수 있도록 </a:t>
            </a:r>
            <a:r>
              <a:rPr kumimoji="1" lang="ko-Kore-KR" altLang="en-US" dirty="0"/>
              <a:t>해서 모델의 퍼포먼스를 개선시키고 있었습니다</a:t>
            </a:r>
            <a:r>
              <a:rPr kumimoji="1" lang="en-US" altLang="ko-Kore-KR" dirty="0"/>
              <a:t>.</a:t>
            </a:r>
          </a:p>
          <a:p>
            <a:endParaRPr kumimoji="1" lang="en-US" altLang="ko-KR" dirty="0"/>
          </a:p>
          <a:p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D4540-7C02-CF47-99E6-51E789D24570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1669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819FC-927E-344E-ABEB-B2D241DC4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543C57-33BD-4142-B49C-E2658EC0F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E63ED4-5393-6541-AEDF-D8DB96F3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6E3DF3-ECF8-4F4C-957C-C9514774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42767-05D5-6B4D-BE34-20FE6A0A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1864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06299-F1D4-644C-80B3-46FCFEB6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6BFFA-B83E-364B-B454-A417AC901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2C27E-DACC-2945-BDF4-B3E3A3D5C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254661-6A94-1544-905A-9FEE4A9F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7838B-13B5-A94B-A4EF-ACE5154E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73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C93E4-2E80-D140-8D9D-D05C0E1B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FDD348-7D33-2E4C-9F89-795928604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DD0245-49D6-8F4E-88E7-5E8B8058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E6D9CF-9EE8-D941-8617-D1889179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AA4278-1341-8046-8EC3-3EC1048D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209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BAC80-2A41-9742-815B-F739A749D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32B3C5-0F92-B94E-B2E9-CE5094C5C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B7E83F-EA62-FA4D-9429-802002928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4AEEBB-E6B5-9B4C-8585-D724EDFE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E80F76-5FB3-1C48-9042-27E5B6EB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FCE7B9-22E4-664D-A586-6DB16AB5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623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B2FD8-4378-0545-A601-3205718E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42E3F9-6429-194E-A7E3-807D75D87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FCF3E7-5D76-3A40-BED2-813AF669A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B00BBB-B394-604B-839D-5918114E3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09A926-3676-DF4C-91E4-83D938AEB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B7F4F2-394C-AC48-8DE9-FF165B09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C7CA88-A393-4743-A8AD-9CD2C9E3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147412-2647-0045-B841-7CBA86F1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052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99FC0-6173-5546-8435-43D92597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62D9DC-D117-504D-A546-70140F0D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DB6A6F-0EEF-8849-BC6E-7BCCA803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807B7C-7603-7345-BC1A-C922705B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8944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B9F060-9453-374C-A4A5-137229AB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259A7E-2707-AB45-A940-E667126F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19A804-AEA1-DA46-9DB4-4FC0D525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504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FA26E-C26C-B74D-BBC7-2E1661E2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B01F1-8F19-7E42-908A-FD18EB109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A1DD62-506C-A442-AB5F-7B252F09E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C6C476-66ED-2648-90E5-FF12DE2C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8F8D9-9080-224C-9256-35FB194E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9F4965-A7C6-E145-8D67-A954815F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97569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0282A-8B0B-8F4A-AAB4-D4298736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B7D5D9-3072-FF4B-A11F-86F9F65BE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861E5F-EF51-F34D-8BE8-E8C471398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90F3F7-BB9A-D249-AD0A-5D3E7E94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AF1677-404B-9045-BBB8-A7E8C950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A6CD77-E3E0-FB4D-AFFD-232EA4FD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7505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CF3D8-46BE-4849-8BE8-32762F59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75CA06-B644-D64A-B54F-B7C401C04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05829-E285-2648-A69E-1BA98D5D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BE339E-EE3B-6849-AF67-3F40AAC00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D8FD5B-C0BC-7345-859C-40AB3689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09606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6FF6F7-97A7-8444-B3D3-E6031472A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2E200D-C82A-2342-8423-0F9B62E66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68964A-01FA-6944-AB4D-BD088AFD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217777-34C1-B74C-BEC8-3F50176F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20B8C-9ADD-F445-BFA6-5093B8A5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99968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8ED4D7-A296-6845-8B24-5564AD2F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6645B9-D5F9-9749-A2A7-FF295FCAD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1A8FD7-79FE-B248-8F98-F7313D5C6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401DD-D065-0A4F-81AB-E81ECF144135}" type="datetimeFigureOut">
              <a:rPr kumimoji="1" lang="ko-Kore-KR" altLang="en-US" smtClean="0"/>
              <a:t>2021. 3. 12.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07801-105B-DE45-AB9F-62F2DF16B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F9636F-63BC-8E47-809C-424EFF99B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6A0E-F178-C645-8B45-6D6434F01D6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6004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544029-448B-0C45-B4A0-506539A1C845}"/>
              </a:ext>
            </a:extLst>
          </p:cNvPr>
          <p:cNvSpPr txBox="1"/>
          <p:nvPr/>
        </p:nvSpPr>
        <p:spPr>
          <a:xfrm>
            <a:off x="584791" y="404037"/>
            <a:ext cx="18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1. </a:t>
            </a:r>
            <a:r>
              <a:rPr kumimoji="1" lang="en-US" altLang="ko-Kore-KR" dirty="0" err="1"/>
              <a:t>SeqtoSeq</a:t>
            </a:r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966A94-EC1A-0047-992E-55EE4664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854" y="773369"/>
            <a:ext cx="8813800" cy="6477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94C4CF4-3D73-484C-890C-D895D629BFC9}"/>
              </a:ext>
            </a:extLst>
          </p:cNvPr>
          <p:cNvSpPr/>
          <p:nvPr/>
        </p:nvSpPr>
        <p:spPr>
          <a:xfrm>
            <a:off x="1839433" y="1702095"/>
            <a:ext cx="8948222" cy="1211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ore-KR" altLang="en-US" dirty="0"/>
              <a:t>num_dic: {'S': 0, 'E': 1, 'P': 2, 'a': 3, 'b': 4, 'c': 5, 'd': 6, 'e': 7, 'f': 8, 'g': 9, 'h': 10, 'i': 11, 'j': 12, 'k': 13, 'l': 14, 'm': 15, 'n': 16, 'o': 17, 'p': 18, 'q': 19, 'r': 20, 's': 21, 't': 22, 'u': 23, 'v': 24, 'w': 25, 'x': 26, 'y': 27, 'z': 28, </a:t>
            </a:r>
            <a:r>
              <a:rPr lang="ko-Kore-KR" altLang="en-US" dirty="0">
                <a:highlight>
                  <a:srgbClr val="00FF00"/>
                </a:highlight>
              </a:rPr>
              <a:t>'단': 29</a:t>
            </a:r>
            <a:r>
              <a:rPr lang="ko-Kore-KR" altLang="en-US" dirty="0"/>
              <a:t>, '</a:t>
            </a:r>
            <a:r>
              <a:rPr lang="ko-Kore-KR" altLang="en-US" dirty="0">
                <a:highlight>
                  <a:srgbClr val="00FF00"/>
                </a:highlight>
              </a:rPr>
              <a:t>어': 30, </a:t>
            </a:r>
            <a:r>
              <a:rPr lang="ko-Kore-KR" altLang="en-US" dirty="0"/>
              <a:t>'나': 31, '무': 32, '놀': 33, '이': 34, '소': 35, '녀': 36, '키': 37, '스': 38, '사': 39, '랑': 40, '봉': 41, '구': 42, '우': 43, '루': 44}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06C80-53B1-8F4D-A2D6-756756848079}"/>
              </a:ext>
            </a:extLst>
          </p:cNvPr>
          <p:cNvSpPr txBox="1"/>
          <p:nvPr/>
        </p:nvSpPr>
        <p:spPr>
          <a:xfrm>
            <a:off x="155688" y="3194347"/>
            <a:ext cx="244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Prediction </a:t>
            </a:r>
            <a:r>
              <a:rPr kumimoji="1" lang="en-US" altLang="ko-Kore-KR" dirty="0">
                <a:sym typeface="Wingdings" pitchFamily="2" charset="2"/>
              </a:rPr>
              <a:t> </a:t>
            </a:r>
            <a:r>
              <a:rPr kumimoji="1" lang="en-US" altLang="ko-Kore-KR" dirty="0" err="1">
                <a:sym typeface="Wingdings" pitchFamily="2" charset="2"/>
              </a:rPr>
              <a:t>tf.argmax</a:t>
            </a:r>
            <a:endParaRPr kumimoji="1" lang="ko-Kore-KR" alt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D52112F-B075-FA47-BEDA-33E761039EE9}"/>
              </a:ext>
            </a:extLst>
          </p:cNvPr>
          <p:cNvGrpSpPr/>
          <p:nvPr/>
        </p:nvGrpSpPr>
        <p:grpSpPr>
          <a:xfrm>
            <a:off x="2892056" y="3194347"/>
            <a:ext cx="6783793" cy="918980"/>
            <a:chOff x="2892056" y="3194347"/>
            <a:chExt cx="6783793" cy="91898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1ABEB79-96D4-2049-9BE6-9B2AE3E1C04A}"/>
                </a:ext>
              </a:extLst>
            </p:cNvPr>
            <p:cNvSpPr/>
            <p:nvPr/>
          </p:nvSpPr>
          <p:spPr>
            <a:xfrm>
              <a:off x="289205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W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4257569-AC6F-C240-9F85-0ECC7FA5878B}"/>
                </a:ext>
              </a:extLst>
            </p:cNvPr>
            <p:cNvSpPr/>
            <p:nvPr/>
          </p:nvSpPr>
          <p:spPr>
            <a:xfrm>
              <a:off x="358464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O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A50DCD4-7965-2742-B7B8-F3471346D90B}"/>
                </a:ext>
              </a:extLst>
            </p:cNvPr>
            <p:cNvSpPr/>
            <p:nvPr/>
          </p:nvSpPr>
          <p:spPr>
            <a:xfrm>
              <a:off x="427723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R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153197A-6849-8D4E-BAB6-7AD4F5321085}"/>
                </a:ext>
              </a:extLst>
            </p:cNvPr>
            <p:cNvSpPr/>
            <p:nvPr/>
          </p:nvSpPr>
          <p:spPr>
            <a:xfrm>
              <a:off x="496982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D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F42D531-2318-AE49-9455-72A97293AB6A}"/>
                </a:ext>
              </a:extLst>
            </p:cNvPr>
            <p:cNvSpPr/>
            <p:nvPr/>
          </p:nvSpPr>
          <p:spPr>
            <a:xfrm>
              <a:off x="627211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단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AE8EF60-B8EB-2243-BEEF-AAFDDEBC8780}"/>
                </a:ext>
              </a:extLst>
            </p:cNvPr>
            <p:cNvSpPr/>
            <p:nvPr/>
          </p:nvSpPr>
          <p:spPr>
            <a:xfrm>
              <a:off x="696470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어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35C18DE-B046-6545-A5E9-4CE892071A45}"/>
                </a:ext>
              </a:extLst>
            </p:cNvPr>
            <p:cNvSpPr/>
            <p:nvPr/>
          </p:nvSpPr>
          <p:spPr>
            <a:xfrm>
              <a:off x="765729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E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27D41D6-1590-5B4E-BBDE-D1A5AEFB1A4B}"/>
                </a:ext>
              </a:extLst>
            </p:cNvPr>
            <p:cNvSpPr/>
            <p:nvPr/>
          </p:nvSpPr>
          <p:spPr>
            <a:xfrm>
              <a:off x="834988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우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6D601C5-B769-FD44-A765-385462282BD8}"/>
                </a:ext>
              </a:extLst>
            </p:cNvPr>
            <p:cNvSpPr/>
            <p:nvPr/>
          </p:nvSpPr>
          <p:spPr>
            <a:xfrm>
              <a:off x="904247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랑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4FA798B-3FFB-714E-A8BD-2423EC484987}"/>
                </a:ext>
              </a:extLst>
            </p:cNvPr>
            <p:cNvCxnSpPr>
              <a:cxnSpLocks/>
            </p:cNvCxnSpPr>
            <p:nvPr/>
          </p:nvCxnSpPr>
          <p:spPr>
            <a:xfrm>
              <a:off x="5784112" y="3511034"/>
              <a:ext cx="311888" cy="0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BB817AF-66CB-9846-85E7-38B00C696EC9}"/>
                </a:ext>
              </a:extLst>
            </p:cNvPr>
            <p:cNvSpPr/>
            <p:nvPr/>
          </p:nvSpPr>
          <p:spPr>
            <a:xfrm>
              <a:off x="289205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25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9FEF364-FF4A-5342-B801-F9E68040EBE1}"/>
                </a:ext>
              </a:extLst>
            </p:cNvPr>
            <p:cNvSpPr/>
            <p:nvPr/>
          </p:nvSpPr>
          <p:spPr>
            <a:xfrm>
              <a:off x="358464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17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849FDF7-9BFE-1B40-872B-A9679930D996}"/>
                </a:ext>
              </a:extLst>
            </p:cNvPr>
            <p:cNvSpPr/>
            <p:nvPr/>
          </p:nvSpPr>
          <p:spPr>
            <a:xfrm>
              <a:off x="427723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20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C0799DC-5438-994E-AAF4-60CD2F36AEC6}"/>
                </a:ext>
              </a:extLst>
            </p:cNvPr>
            <p:cNvSpPr/>
            <p:nvPr/>
          </p:nvSpPr>
          <p:spPr>
            <a:xfrm>
              <a:off x="496982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6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0835CAB-58A7-2146-9C65-00F16B64AE16}"/>
                </a:ext>
              </a:extLst>
            </p:cNvPr>
            <p:cNvSpPr/>
            <p:nvPr/>
          </p:nvSpPr>
          <p:spPr>
            <a:xfrm>
              <a:off x="627211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29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76A9A44-674F-6147-BF97-200C9AE77053}"/>
                </a:ext>
              </a:extLst>
            </p:cNvPr>
            <p:cNvSpPr/>
            <p:nvPr/>
          </p:nvSpPr>
          <p:spPr>
            <a:xfrm>
              <a:off x="696470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30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108829D-C5BB-5944-98E4-CBCF5076C840}"/>
                </a:ext>
              </a:extLst>
            </p:cNvPr>
            <p:cNvSpPr/>
            <p:nvPr/>
          </p:nvSpPr>
          <p:spPr>
            <a:xfrm>
              <a:off x="765729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1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EB7F924-F2CA-3940-9BB3-CD3C38121496}"/>
                </a:ext>
              </a:extLst>
            </p:cNvPr>
            <p:cNvSpPr/>
            <p:nvPr/>
          </p:nvSpPr>
          <p:spPr>
            <a:xfrm>
              <a:off x="834988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43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14A8105-5F3D-1741-8970-B11E8F7180F1}"/>
                </a:ext>
              </a:extLst>
            </p:cNvPr>
            <p:cNvSpPr/>
            <p:nvPr/>
          </p:nvSpPr>
          <p:spPr>
            <a:xfrm>
              <a:off x="9042475" y="384662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40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E503520-8EDB-E14A-96D6-D27A78B80F9E}"/>
              </a:ext>
            </a:extLst>
          </p:cNvPr>
          <p:cNvSpPr/>
          <p:nvPr/>
        </p:nvSpPr>
        <p:spPr>
          <a:xfrm>
            <a:off x="447822" y="4749523"/>
            <a:ext cx="109844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/>
            <a:r>
              <a:rPr lang="en-US" altLang="ko-Kore-KR" sz="1400" kern="100" dirty="0" err="1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int_value_model</a:t>
            </a:r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:  [[[-2 -3 -2 -4 -1 -3  0 -2 -2 -1 -2 -2 -1 -2  0 -4 -4 -6  0 -2 -2 -2 -2 -2 -4 -4 -1 -2  0 </a:t>
            </a:r>
            <a:r>
              <a:rPr lang="en-US" altLang="ko-Kore-KR" sz="1400" kern="100" dirty="0">
                <a:highlight>
                  <a:srgbClr val="00FF00"/>
                </a:highlight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10</a:t>
            </a:r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-4  3  3 -1  0  0 -2 -1 -4 -1 -1  0 -1  0  0] </a:t>
            </a:r>
            <a:r>
              <a:rPr lang="en-US" altLang="ko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ko-KR" altLang="en-US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단</a:t>
            </a:r>
            <a:endParaRPr lang="ko-Kore-KR" altLang="ko-Kore-KR" sz="14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	              [-6 -2 -3 -3 -3 -3 -2 -4 -1 -2 -1 -2 -1 -1 -3  0 -2 -3  0 -2 -1 -2 -4  -3 -1 -4 -3 -1 -3 -4 </a:t>
            </a:r>
            <a:r>
              <a:rPr lang="en-US" altLang="ko-Kore-KR" sz="1400" kern="100" dirty="0">
                <a:highlight>
                  <a:srgbClr val="00FF00"/>
                </a:highlight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14</a:t>
            </a:r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-3  4  1  0 -3 -1 -4  3 -1  2 -4  2  3  0] </a:t>
            </a:r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ko-Kore-KR" altLang="en-US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어</a:t>
            </a:r>
            <a:endParaRPr lang="ko-Kore-KR" altLang="ko-Kore-KR" sz="14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	              [ 0 13  1  0 -1 -1 -2  0 -1  0  1  0 -1 -1 -1  1  0  2  0 -1  0 -4  0  -1  0  1  0  0  0 -2  0  0 -4 -2 -1 -1  1  0  1 -3  0 -2 -1 -1 -2]</a:t>
            </a:r>
            <a:endParaRPr lang="ko-Kore-KR" altLang="ko-Kore-KR" sz="14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                                   [ 0 -5 -1  1  1  0  1  2 -2  0 -2 -1  0  0  0  0 -1  0  3  0  0 -1  0</a:t>
            </a:r>
            <a:r>
              <a:rPr lang="ko-Kore-KR" altLang="en-US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1  0 -1  1  1  0  3  0  1  1  1  0  0  0 -2 -3  1 -1  1 -2  2  1]</a:t>
            </a:r>
            <a:endParaRPr lang="ko-Kore-KR" altLang="ko-Kore-KR" sz="14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algn="just" latinLnBrk="1"/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                                   [-1  0 -2  0  0  0  0  1  0  0  1  0  0 -3 -1  0 -1  0  0  0  0  0  0</a:t>
            </a:r>
            <a:r>
              <a:rPr lang="ko-Kore-KR" altLang="en-US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ore-KR" sz="14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0 -2  0  0  1  0 -1  0  1  1 -2  6 -3  1  0 -4  0  2 -2 -1 -2  0]]]</a:t>
            </a:r>
            <a:endParaRPr lang="ko-Kore-KR" altLang="ko-Kore-KR" sz="14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3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544029-448B-0C45-B4A0-506539A1C845}"/>
              </a:ext>
            </a:extLst>
          </p:cNvPr>
          <p:cNvSpPr txBox="1"/>
          <p:nvPr/>
        </p:nvSpPr>
        <p:spPr>
          <a:xfrm>
            <a:off x="584791" y="404037"/>
            <a:ext cx="18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1. Seq</a:t>
            </a:r>
            <a:r>
              <a:rPr kumimoji="1" lang="en-US" altLang="ko-KR" dirty="0"/>
              <a:t>2</a:t>
            </a:r>
            <a:r>
              <a:rPr kumimoji="1" lang="en-US" altLang="ko-Kore-KR" dirty="0"/>
              <a:t>Seq</a:t>
            </a:r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966A94-EC1A-0047-992E-55EE4664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854" y="773369"/>
            <a:ext cx="8813800" cy="6477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94C4CF4-3D73-484C-890C-D895D629BFC9}"/>
              </a:ext>
            </a:extLst>
          </p:cNvPr>
          <p:cNvSpPr/>
          <p:nvPr/>
        </p:nvSpPr>
        <p:spPr>
          <a:xfrm>
            <a:off x="1839433" y="1702095"/>
            <a:ext cx="8948222" cy="1211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ore-KR" altLang="en-US" dirty="0"/>
              <a:t>num_dic: {'S': 0, 'E': 1, 'P': 2, 'a': 3, 'b': 4, 'c': 5, 'd': 6, 'e': 7, 'f': 8, 'g': 9, 'h': 10, 'i': 11, 'j': 12, 'k': 13, 'l': 14, 'm': 15, 'n': 16, 'o': 17, 'p': 18, 'q': 19, 'r': 20, 's': 21, 't': 22, 'u': 23, 'v': 24, 'w': 25, 'x': 26, 'y': 27, 'z': 28, '단': 29, '어': 30, '나': 31, '무': 32, '놀': 33, '이': 34, '소': 35, '녀': 36, '키': 37, '스': 38, '사': 39, '랑': 40, '봉': 41, '구': 42, '우': 43, '루': 44}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06C80-53B1-8F4D-A2D6-756756848079}"/>
              </a:ext>
            </a:extLst>
          </p:cNvPr>
          <p:cNvSpPr txBox="1"/>
          <p:nvPr/>
        </p:nvSpPr>
        <p:spPr>
          <a:xfrm>
            <a:off x="155688" y="3194347"/>
            <a:ext cx="2449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Prediction </a:t>
            </a:r>
            <a:r>
              <a:rPr kumimoji="1" lang="en-US" altLang="ko-Kore-KR" dirty="0">
                <a:sym typeface="Wingdings" pitchFamily="2" charset="2"/>
              </a:rPr>
              <a:t> </a:t>
            </a:r>
            <a:r>
              <a:rPr kumimoji="1" lang="en-US" altLang="ko-Kore-KR" dirty="0" err="1">
                <a:sym typeface="Wingdings" pitchFamily="2" charset="2"/>
              </a:rPr>
              <a:t>tf.argmax</a:t>
            </a:r>
            <a:endParaRPr kumimoji="1" lang="ko-Kore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D08C2C6-8AE3-0A4E-9FC7-FE4F006AB4AD}"/>
              </a:ext>
            </a:extLst>
          </p:cNvPr>
          <p:cNvGrpSpPr/>
          <p:nvPr/>
        </p:nvGrpSpPr>
        <p:grpSpPr>
          <a:xfrm>
            <a:off x="2892056" y="3194347"/>
            <a:ext cx="6783793" cy="918980"/>
            <a:chOff x="2892056" y="3194347"/>
            <a:chExt cx="6783793" cy="91898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1ABEB79-96D4-2049-9BE6-9B2AE3E1C04A}"/>
                </a:ext>
              </a:extLst>
            </p:cNvPr>
            <p:cNvSpPr/>
            <p:nvPr/>
          </p:nvSpPr>
          <p:spPr>
            <a:xfrm>
              <a:off x="289205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W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4257569-AC6F-C240-9F85-0ECC7FA5878B}"/>
                </a:ext>
              </a:extLst>
            </p:cNvPr>
            <p:cNvSpPr/>
            <p:nvPr/>
          </p:nvSpPr>
          <p:spPr>
            <a:xfrm>
              <a:off x="358464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O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A50DCD4-7965-2742-B7B8-F3471346D90B}"/>
                </a:ext>
              </a:extLst>
            </p:cNvPr>
            <p:cNvSpPr/>
            <p:nvPr/>
          </p:nvSpPr>
          <p:spPr>
            <a:xfrm>
              <a:off x="427723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D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153197A-6849-8D4E-BAB6-7AD4F5321085}"/>
                </a:ext>
              </a:extLst>
            </p:cNvPr>
            <p:cNvSpPr/>
            <p:nvPr/>
          </p:nvSpPr>
          <p:spPr>
            <a:xfrm>
              <a:off x="4969826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R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F42D531-2318-AE49-9455-72A97293AB6A}"/>
                </a:ext>
              </a:extLst>
            </p:cNvPr>
            <p:cNvSpPr/>
            <p:nvPr/>
          </p:nvSpPr>
          <p:spPr>
            <a:xfrm>
              <a:off x="627211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나</a:t>
              </a:r>
              <a:endParaRPr kumimoji="1" lang="en-US" altLang="ko-Kore-KR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AE8EF60-B8EB-2243-BEEF-AAFDDEBC8780}"/>
                </a:ext>
              </a:extLst>
            </p:cNvPr>
            <p:cNvSpPr/>
            <p:nvPr/>
          </p:nvSpPr>
          <p:spPr>
            <a:xfrm>
              <a:off x="696470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무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35C18DE-B046-6545-A5E9-4CE892071A45}"/>
                </a:ext>
              </a:extLst>
            </p:cNvPr>
            <p:cNvSpPr/>
            <p:nvPr/>
          </p:nvSpPr>
          <p:spPr>
            <a:xfrm>
              <a:off x="765729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E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27D41D6-1590-5B4E-BBDE-D1A5AEFB1A4B}"/>
                </a:ext>
              </a:extLst>
            </p:cNvPr>
            <p:cNvSpPr/>
            <p:nvPr/>
          </p:nvSpPr>
          <p:spPr>
            <a:xfrm>
              <a:off x="834988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단</a:t>
              </a:r>
              <a:endParaRPr kumimoji="1" lang="en-US" altLang="ko-Kore-KR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6D601C5-B769-FD44-A765-385462282BD8}"/>
                </a:ext>
              </a:extLst>
            </p:cNvPr>
            <p:cNvSpPr/>
            <p:nvPr/>
          </p:nvSpPr>
          <p:spPr>
            <a:xfrm>
              <a:off x="9042475" y="3194347"/>
              <a:ext cx="633374" cy="6333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ore-KR" altLang="en-US" dirty="0">
                  <a:solidFill>
                    <a:schemeClr val="tx1"/>
                  </a:solidFill>
                </a:rPr>
                <a:t>이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4FA798B-3FFB-714E-A8BD-2423EC484987}"/>
                </a:ext>
              </a:extLst>
            </p:cNvPr>
            <p:cNvCxnSpPr>
              <a:cxnSpLocks/>
            </p:cNvCxnSpPr>
            <p:nvPr/>
          </p:nvCxnSpPr>
          <p:spPr>
            <a:xfrm>
              <a:off x="5784112" y="3511034"/>
              <a:ext cx="311888" cy="0"/>
            </a:xfrm>
            <a:prstGeom prst="straightConnector1">
              <a:avLst/>
            </a:prstGeom>
            <a:ln w="571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BB817AF-66CB-9846-85E7-38B00C696EC9}"/>
                </a:ext>
              </a:extLst>
            </p:cNvPr>
            <p:cNvSpPr/>
            <p:nvPr/>
          </p:nvSpPr>
          <p:spPr>
            <a:xfrm>
              <a:off x="289205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25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9FEF364-FF4A-5342-B801-F9E68040EBE1}"/>
                </a:ext>
              </a:extLst>
            </p:cNvPr>
            <p:cNvSpPr/>
            <p:nvPr/>
          </p:nvSpPr>
          <p:spPr>
            <a:xfrm>
              <a:off x="358464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17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849FDF7-9BFE-1B40-872B-A9679930D996}"/>
                </a:ext>
              </a:extLst>
            </p:cNvPr>
            <p:cNvSpPr/>
            <p:nvPr/>
          </p:nvSpPr>
          <p:spPr>
            <a:xfrm>
              <a:off x="427723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6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C0799DC-5438-994E-AAF4-60CD2F36AEC6}"/>
                </a:ext>
              </a:extLst>
            </p:cNvPr>
            <p:cNvSpPr/>
            <p:nvPr/>
          </p:nvSpPr>
          <p:spPr>
            <a:xfrm>
              <a:off x="4969826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20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0835CAB-58A7-2146-9C65-00F16B64AE16}"/>
                </a:ext>
              </a:extLst>
            </p:cNvPr>
            <p:cNvSpPr/>
            <p:nvPr/>
          </p:nvSpPr>
          <p:spPr>
            <a:xfrm>
              <a:off x="627211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31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76A9A44-674F-6147-BF97-200C9AE77053}"/>
                </a:ext>
              </a:extLst>
            </p:cNvPr>
            <p:cNvSpPr/>
            <p:nvPr/>
          </p:nvSpPr>
          <p:spPr>
            <a:xfrm>
              <a:off x="696470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32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108829D-C5BB-5944-98E4-CBCF5076C840}"/>
                </a:ext>
              </a:extLst>
            </p:cNvPr>
            <p:cNvSpPr/>
            <p:nvPr/>
          </p:nvSpPr>
          <p:spPr>
            <a:xfrm>
              <a:off x="765729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1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EB7F924-F2CA-3940-9BB3-CD3C38121496}"/>
                </a:ext>
              </a:extLst>
            </p:cNvPr>
            <p:cNvSpPr/>
            <p:nvPr/>
          </p:nvSpPr>
          <p:spPr>
            <a:xfrm>
              <a:off x="8349885" y="384204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>
                  <a:solidFill>
                    <a:schemeClr val="tx1"/>
                  </a:solidFill>
                </a:rPr>
                <a:t>29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14A8105-5F3D-1741-8970-B11E8F7180F1}"/>
                </a:ext>
              </a:extLst>
            </p:cNvPr>
            <p:cNvSpPr/>
            <p:nvPr/>
          </p:nvSpPr>
          <p:spPr>
            <a:xfrm>
              <a:off x="9042475" y="3846627"/>
              <a:ext cx="633374" cy="2667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tx1"/>
                  </a:solidFill>
                </a:rPr>
                <a:t>34</a:t>
              </a:r>
              <a:endParaRPr kumimoji="1" lang="ko-Kore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27B4F508-6008-7243-A0E1-D1F0B8561803}"/>
              </a:ext>
            </a:extLst>
          </p:cNvPr>
          <p:cNvSpPr/>
          <p:nvPr/>
        </p:nvSpPr>
        <p:spPr>
          <a:xfrm>
            <a:off x="212492" y="4911371"/>
            <a:ext cx="119795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/>
            <a:r>
              <a:rPr lang="en-US" altLang="ko-Kore-KR" sz="1600" kern="100" dirty="0" err="1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int_value_model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:  [[[ 0  0 -1 -2 -2 -2  0 -4  0  0 -1  0 -1 -1 -1 -3  0 -1  0 -2 -1 -1 -2</a:t>
            </a:r>
            <a:r>
              <a:rPr lang="ko-Kore-KR" altLang="en-US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0  0 -1 -1 -1 -1  </a:t>
            </a:r>
            <a:r>
              <a:rPr lang="en-US" altLang="ko-Kore-KR" sz="1600" kern="100" dirty="0">
                <a:highlight>
                  <a:srgbClr val="FF00FF"/>
                </a:highlight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5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1  </a:t>
            </a:r>
            <a:r>
              <a:rPr lang="en-US" altLang="ko-Kore-KR" sz="1600" kern="100" dirty="0">
                <a:highlight>
                  <a:srgbClr val="00FF00"/>
                </a:highlight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8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</a:t>
            </a:r>
            <a:r>
              <a:rPr lang="en-US" altLang="ko-Kore-KR" sz="1600" kern="100" dirty="0">
                <a:highlight>
                  <a:srgbClr val="FF00FF"/>
                </a:highlight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5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0  1 -2 -3  0 -6  1  1 -1  0 -3 -1] </a:t>
            </a:r>
            <a:r>
              <a:rPr lang="en-US" altLang="ko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ko-KR" altLang="en-US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나</a:t>
            </a:r>
            <a:endParaRPr lang="ko-Kore-KR" altLang="ko-Kore-KR" sz="16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vl="3" algn="just" latinLnBrk="1"/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[-2  0 -1  1 -2  0  0 -2 -4 -2 -1 -2  0 -1 -2 -2  0 -1 -1 -2  0  0 -3</a:t>
            </a:r>
            <a:r>
              <a:rPr lang="ko-Kore-KR" altLang="en-US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-2 -1 -1 -2  0 -2  2  </a:t>
            </a:r>
            <a:r>
              <a:rPr lang="en-US" altLang="ko-Kore-KR" sz="1600" kern="100" dirty="0">
                <a:highlight>
                  <a:srgbClr val="FF00FF"/>
                </a:highlight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6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-2  </a:t>
            </a:r>
            <a:r>
              <a:rPr lang="en-US" altLang="ko-Kore-KR" sz="1600" kern="100" dirty="0">
                <a:highlight>
                  <a:srgbClr val="00FF00"/>
                </a:highlight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8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1  1  0  0 -2  3 -6  1 -2  4 -1 -2] </a:t>
            </a:r>
            <a:r>
              <a:rPr lang="en-US" altLang="ko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ko-KR" altLang="en-US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무</a:t>
            </a:r>
            <a:endParaRPr lang="ko-Kore-KR" altLang="ko-Kore-KR" sz="16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vl="3" algn="just" latinLnBrk="1"/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[-3 15 -7 -3 -3 -1 -2 -2 -1 -2 -2 -4  2  0 -1  0 -1 -4 -2 -2  0 -1 -3</a:t>
            </a:r>
            <a:r>
              <a:rPr lang="ko-Kore-KR" altLang="en-US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-3 -1 -3 -1 -1 -1 -4  4  0 -4 -3  2  0  5 -2 -2 -2  1 -1 -2  2  0]</a:t>
            </a:r>
            <a:endParaRPr lang="ko-Kore-KR" altLang="ko-Kore-KR" sz="16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vl="3" algn="just" latinLnBrk="1"/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[ 1  0  0  0  1  1 -1  0 -1  0 -1  2  0  0 -1  2  0 -2 -1  0 -2 -2  0</a:t>
            </a:r>
            <a:r>
              <a:rPr lang="ko-Kore-KR" altLang="en-US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-1  0  0  0 -2  0  6  1  2  1  3  3  6  0 -2  0 -1 -7 -2 -5  2 -1]</a:t>
            </a:r>
            <a:endParaRPr lang="ko-Kore-KR" altLang="ko-Kore-KR" sz="16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  <a:p>
            <a:pPr lvl="3" algn="just" latinLnBrk="1"/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 [-1  0 -2 -1 -1 -1 -2 -3 -2  0 -3  0 -4 -2  0  0 -1 -3 -2 -3 -4 -2 -3</a:t>
            </a:r>
            <a:r>
              <a:rPr lang="ko-Kore-KR" altLang="en-US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ore-KR" sz="1600" kern="100" dirty="0"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 -1  0 -2  0  0 -2  5  5  0  0 -3  6 -2  7 -1 -3  0  1 -4 -2 -3  6]]]</a:t>
            </a:r>
            <a:endParaRPr lang="ko-Kore-KR" altLang="ko-Kore-KR" sz="1600" kern="100" dirty="0">
              <a:latin typeface="Calibri" panose="020F0502020204030204" pitchFamily="34" charset="0"/>
              <a:ea typeface="맑은 고딕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A1D17-0771-7745-8EF1-A188712A17C0}"/>
              </a:ext>
            </a:extLst>
          </p:cNvPr>
          <p:cNvSpPr txBox="1"/>
          <p:nvPr/>
        </p:nvSpPr>
        <p:spPr>
          <a:xfrm>
            <a:off x="7657295" y="4445356"/>
            <a:ext cx="499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200" dirty="0"/>
              <a:t>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D0E3C7-397C-C84C-9973-327591683325}"/>
              </a:ext>
            </a:extLst>
          </p:cNvPr>
          <p:cNvSpPr txBox="1"/>
          <p:nvPr/>
        </p:nvSpPr>
        <p:spPr>
          <a:xfrm>
            <a:off x="7973982" y="4190164"/>
            <a:ext cx="499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200" dirty="0"/>
              <a:t>어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474BE8A-7B27-EF4D-90BF-851CD3662946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7906942" y="4722355"/>
            <a:ext cx="173802" cy="184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E538A3D-613B-9C43-87BA-04276626FF47}"/>
              </a:ext>
            </a:extLst>
          </p:cNvPr>
          <p:cNvCxnSpPr/>
          <p:nvPr/>
        </p:nvCxnSpPr>
        <p:spPr>
          <a:xfrm flipV="1">
            <a:off x="8156589" y="4445356"/>
            <a:ext cx="0" cy="691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556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1457</Words>
  <Application>Microsoft Macintosh PowerPoint</Application>
  <PresentationFormat>와이드스크린</PresentationFormat>
  <Paragraphs>84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ParkAhjeong</dc:creator>
  <cp:lastModifiedBy>ParkAhjeong</cp:lastModifiedBy>
  <cp:revision>27</cp:revision>
  <dcterms:created xsi:type="dcterms:W3CDTF">2021-03-12T01:25:24Z</dcterms:created>
  <dcterms:modified xsi:type="dcterms:W3CDTF">2021-03-12T14:15:45Z</dcterms:modified>
</cp:coreProperties>
</file>